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Bellhaven CRM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AF7F0"/>
                </a:solidFill>
                <a:latin typeface="Calibri"/>
              </a:rPr>
              <a:t>Daily scrape -&gt; match -&gt; review -&gt; write-back pipeline for the Bellhaven Senior Living CRM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  <a:latin typeface="Calibri"/>
              </a:rPr>
              <a:t>github.com/dparikh066-stack/bellhaven-crm-pipeline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~60% of the LTC facilities in this CRM are owned by a parent company, and ownership changes constantly -- acquired, rebranded, split, consolidated.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Every ownership event can quietly break the parent_id link between a facility and its parent account.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Corporate-owned vs. independent facilities are sold to differently -- an inaccurate ownership picture is a real, ongoing operational problem.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Goal: keep the CRM's picture of which facilities Bellhaven owns accurate, automatically, every day -- without ever writing to the CRM unreviewed.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16020"/>
            <a:ext cx="6949440" cy="384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34440"/>
            <a:ext cx="4297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scraper.py and crm_client.py independently pull the two sources of truth: the public website and the CRM API.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matcher.py is a pure function -- (locations, accounts) -&gt; proposals -- with no I/O, so it's trivial to reason about and re-run.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store.py is a SQLite ledger that turns repeated runs into an idempotent upsert instead of duplicate proposals.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review_app is the only thing allowed to write to the CRM, and only after a human clicks Approve.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Component: The 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Walks /communities?page=N and parses every listing card: name, street, city, state, zip, and one or more care-offering badges.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Also scans the homepage for /communities/{slug} links -- a just-announced acquisition (Bellhaven Meadows of Findlay) was linked from a promo banner before it ever made it into the paginated directory grid.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Result: 35 locations captured, not the 34 the paginated grid alone would have found.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Output is a plain list of dicts (data/locations.json) -- no CRM knowledge lives in this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Component: Matching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Every scraped location is scored against every CRM account on street similarity, name similarity, and exact zip/city/state matches.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Two independent confirmation tests sit on top of the raw score, because the data breaks in two different ways: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Address-confirmed: zip matches and the street reads the same ("875 Elm Street" vs "875 Elm St").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Identity-confirmed: zip+city+name are strong even when the street is stale -- a PO box on file (Ashtabula), or the zip itself is wrong, a transposed digit (Portsmouth: 45626 vs 45662).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Code: Scoring &amp;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675120" cy="5349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309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score_pair(loc, acct):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a_street = norm_street(acct.get("billing_street"))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a_name = norm_name(acct.get("name"))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street_sim = difflib.SequenceMatcher(None, norm_street(loc["street"]), a_street).ratio()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name_sim = difflib.SequenceMatcher(None, norm_name(loc["name"]), a_name).ratio()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zip_match = loc["zip"] == acct.get("billing_zip")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a_city = (acct.get("billing_city") or "").strip().lower()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city_match = loc["city"].strip().lower() == a_city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state_match = loc["state"] == acct.get("billing_state")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combined = (0.4 * street_sim + 0.25 * name_sim + 0.2 * zip_match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        + 0.1 * city_match + 0.05 * state_match)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return {"street_sim": street_sim, "name_sim": name_sim,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    "zip_match": zip_match, "combined": combined}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is_address_confirmed(s):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"""Same physical address: zip matches and the street reads the same."""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return s["zip_match"] and s["street_sim"] &gt;= 0.75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is_identity_confirmed(s):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"""Same facility even if one field is stale (a PO-box billing street,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or a transposed zip digit) -- name/city/state carry enough signal alone."""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if s["zip_match"] and s["city_match"] and s["name_sim"] &gt;= 0.85: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return True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if (s["name_sim"] &gt;= 0.95 and s["street_sim"] &gt;= 0.85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    and s["city_match"] and s["state_match"]):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return True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return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23444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B26"/>
                </a:solidFill>
                <a:latin typeface="Calibri"/>
              </a:defRPr>
            </a:pPr>
            <a:r>
              <a:t>•  score_pair() is pure and side-effect free -- same inputs always produce the same score, which is what lets matcher.build_proposals() be a pure function end to end.</a:t>
            </a:r>
          </a:p>
          <a:p>
            <a:pPr>
              <a:spcAft>
                <a:spcPts val="1000"/>
              </a:spcAft>
              <a:defRPr sz="1300">
                <a:solidFill>
                  <a:srgbClr val="2B2B26"/>
                </a:solidFill>
                <a:latin typeface="Calibri"/>
              </a:defRPr>
            </a:pPr>
            <a:r>
              <a:t>•  Two confirmation paths, not one threshold: is_address_confirmed catches reformatted streets; is_identity_confirmed catches a stale/wrong street when name+city+zip still agree.</a:t>
            </a:r>
          </a:p>
          <a:p>
            <a:pPr>
              <a:spcAft>
                <a:spcPts val="1000"/>
              </a:spcAft>
              <a:defRPr sz="1300">
                <a:solidFill>
                  <a:srgbClr val="2B2B26"/>
                </a:solidFill>
                <a:latin typeface="Calibri"/>
              </a:defRPr>
            </a:pPr>
            <a:r>
              <a:t>•  Portsmouth needed a third path in practice: name+street+city+state strong even when zip itself was the wrong field (a transposed digit) -- handled in the full identity check in matcher.py.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Classification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81447"/>
            <a:ext cx="6949440" cy="49180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34440"/>
            <a:ext cx="4297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Confident match -- right account, already correctly parented and named. Still checked field-by-field for drift (stale phone numbers turned out to be extremely common).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Needs fix -- right account exists, but the parent and/or name is wrong.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New location -- nothing matches; propose creating the account.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Ambiguous -- 2+ CRM accounts at the same address, none already the correct Bellhaven record. No auto-pick: every candidate is proposed as a mutually exclusive alternative for a human to choose.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Orphan -- a Bellhaven-parented account no scraped location claims. Always Needs Review, never auto-Inactive.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CHOW (Change of Ownership)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chow_s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55648"/>
            <a:ext cx="6949440" cy="4169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34440"/>
            <a:ext cx="4297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Implemented literally: before re-parenting an existing account, check lifetime_revenue and outstanding_ar.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Both &gt; 0 -&gt; leave the old account completely untouched (only chow_current_account gets set), create a new account under the correct parent, point the old one at the new one.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Otherwise -&gt; re-parent the existing account directly, no new record.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Fired for real on two accounts: Marietta and Tiffin, both under Cedar Trail Communities with real billing history.</a:t>
            </a:r>
          </a:p>
          <a:p>
            <a:pPr>
              <a:spcAft>
                <a:spcPts val="1000"/>
              </a:spcAft>
              <a:defRPr sz="1350">
                <a:solidFill>
                  <a:srgbClr val="2B2B26"/>
                </a:solidFill>
                <a:latin typeface="Calibri"/>
              </a:defRPr>
            </a:pPr>
            <a:r>
              <a:t>•  Second-order effect: after a split, old and new accounts share an address, so duplicate-detection finds the old one again -- correctly routes it to human review instead of auto-deactivating it, since it still carries revenue + 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Code: The CHOW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675120" cy="5349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309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needs_chow_split(account):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"""CHOW SOP: preserve the old account (don't reparent it) only when it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has BOTH revenue history AND currently-outstanding AR."""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return (account.get("lifetime_revenue") or 0) &gt; 0 \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and (account.get("outstanding_ar") or 0) &gt; 0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# ... in build_proposals(), whenever a match's parent is wrong: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if needs_chow_split(anchor_acct):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# leave anchor_acct's parent/status untouched; propose a NEW account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# under Bellhaven, and patch anchor_acct.chow_current_account -&gt; new id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...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else: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# no revenue/AR entanglement -- safe to re-parent anchor_acct directly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23444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B26"/>
                </a:solidFill>
                <a:latin typeface="Calibri"/>
              </a:defRPr>
            </a:pPr>
            <a:r>
              <a:t>•  One boolean gate, checked in exactly one place, applied consistently everywhere a parent could change -- including the ambiguous-Kettering candidates, had one been approved with revenue on the books.</a:t>
            </a:r>
          </a:p>
          <a:p>
            <a:pPr>
              <a:spcAft>
                <a:spcPts val="1000"/>
              </a:spcAft>
              <a:defRPr sz="1300">
                <a:solidFill>
                  <a:srgbClr val="2B2B26"/>
                </a:solidFill>
                <a:latin typeface="Calibri"/>
              </a:defRPr>
            </a:pPr>
            <a:r>
              <a:t>•  "Preserve" means literally not included in that proposal's proposed_changes at all -- the old account's PATCH call only ever sets chow_current_account, nothing else.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Quality Issues Found &amp; Handled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5120640"/>
              </a:tblGrid>
              <a:tr h="41499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Stale phone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~13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synced from 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Reformatted/abbreviated street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Toledo, Marion, Ashtabula...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synced from website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Stale billing address (PO 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Ashtabula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synced physical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Transposed zip digit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Portsmouth (45626-&gt;45662)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corrected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Outdated name after rebrand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Chesterton, Chagrin Falls, Willow Creek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renamed to match 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Wrong parent, no billing history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Findlay, Lima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re-parented directly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Wrong parent, real revenue+AR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Marietta, Tiffin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CHOW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Exact duplicate, same address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Owosso (x2), Port Clinton, Erie, Monroe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duplicate_of_account + Inactive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Multiple same-address, no survivor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Kettering (3 pre-acquisition records)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left pending for a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Active in CRM, gone from website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Alliance, Coldwater, Sandusky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flagged Needs Review, never auto-closed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New community, no CRM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Batavia, Union Square, Carlisle, Amberly Manor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0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Name collision, unrelated facility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"Amberly Manor" also exists in Colorado Springs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correctly not matched -- different state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Making the Note Field Do Its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The assignment names status AND the free-text note field as the two tools for expressing findings that aren't simple field updates.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Duplicate and orphan proposals write an explanation into the CRM's actual note field, not just the review app's evidence panel -- status alone doesn't say WHY an account was deactivated or flagged.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Caught this gap during a self-review after the first full run, fixed the matcher, and backfilled the 8 accounts already approved before the fix so the live CRM matches what the corrected pipeline produces.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Code: Idempotent Re-Runs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675120" cy="5349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309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dedupe_key_for(p):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ct = p["change_type"]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if ct == "chow_split":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return f"chow:{slug}:{ids}"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if ct == "mark_duplicate":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return f"duplicate:{ids}:{p['proposed_changes']['duplicate_of_account']}"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if ct == "flag_review" and p["classification"] == "orphan":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    return f"orphan:{ids}"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   ...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 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# upsert_proposals(): a proposal whose dedupe_key already exists with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# status in {approved, rejected} is NEVER modified again -- only a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# 'pending' row gets its content refreshed, or gets auto_resolved if the</a:t>
            </a:r>
          </a:p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# matcher stops producing it on a later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23444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B26"/>
                </a:solidFill>
                <a:latin typeface="Calibri"/>
              </a:defRPr>
            </a:pPr>
            <a:r>
              <a:t>•  Every proposal type has its own deterministic key format -- based on the location slug and/or account id(s), never on anything that changes run to run.</a:t>
            </a:r>
          </a:p>
          <a:p>
            <a:pPr>
              <a:spcAft>
                <a:spcPts val="1000"/>
              </a:spcAft>
              <a:defRPr sz="1300">
                <a:solidFill>
                  <a:srgbClr val="2B2B26"/>
                </a:solidFill>
                <a:latin typeface="Calibri"/>
              </a:defRPr>
            </a:pPr>
            <a:r>
              <a:t>•  This is the entire idempotency mechanism: no separate "already processed" flag, no timestamps compared -- just an upsert keyed on content identity.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Idempotency, Verified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matcher.build_proposals is a pure function of current CRM + website state -- every run regenerates the entire proposal set from scratch.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 proposal that already has a decision (approved/rejected) is never touched again -- only its last_seen_run_id is bumped.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 pending proposal the matcher no longer produces gets auto-closed as auto_resolved (someone fixed it by hand, or an approval already resolved it).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Verified live: re-running after approving 33 proposals produced 0 duplicate re-proposals of anything already decided -- only 2 genuinely new items surfaced (the expected post-CHOW same-address flags, described above).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Review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Local Flask app (python -m review_app.app, http://127.0.0.1:5000) -- the only place a CRM write can originate from.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Every proposal card shows: classification, the plain-language rationale, a current-vs-proposed field diff table, and (for creates/CHOW) the full new-account payload.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Approve calls the real CRM API immediately; Reject just records the decision. Nothing else writes to the CRM.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Ambiguous groups (like Kettering) are rendered together; approving one automatically rejects its siblings.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 later addition: Reopen for review on rejected proposals -- undoes a reject decision without needing a full re-run (deliberately blocked for approved proposals, since those already made a real, un-undoable CRM write).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Screenshot: Pending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15</a:t>
            </a:r>
          </a:p>
        </p:txBody>
      </p:sp>
      <p:pic>
        <p:nvPicPr>
          <p:cNvPr id="5" name="Picture 4" descr="pending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455517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34440"/>
            <a:ext cx="4023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B2B26"/>
                </a:solidFill>
                <a:latin typeface="Calibri"/>
              </a:defRPr>
            </a:pPr>
            <a:r>
              <a:t>•  The 3 Kettering alternatives, live in the app -- rendered as a "Choose one" group.</a:t>
            </a:r>
          </a:p>
          <a:p>
            <a:pPr>
              <a:spcAft>
                <a:spcPts val="1000"/>
              </a:spcAft>
              <a:defRPr sz="1250">
                <a:solidFill>
                  <a:srgbClr val="2B2B26"/>
                </a:solidFill>
                <a:latin typeface="Calibri"/>
              </a:defRPr>
            </a:pPr>
            <a:r>
              <a:t>•  Each card shows the full current-vs-proposed field diff, plus which parent/account it would come from.</a:t>
            </a:r>
          </a:p>
          <a:p>
            <a:pPr>
              <a:spcAft>
                <a:spcPts val="1000"/>
              </a:spcAft>
              <a:defRPr sz="1250">
                <a:solidFill>
                  <a:srgbClr val="2B2B26"/>
                </a:solidFill>
                <a:latin typeface="Calibri"/>
              </a:defRPr>
            </a:pPr>
            <a:r>
              <a:t>•  Approving any one of the three automatically rejects the other two -- enforced by the app, not left to the reviewer to remember.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Screenshot: A Real CHOW Split, Approved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16</a:t>
            </a:r>
          </a:p>
        </p:txBody>
      </p:sp>
      <p:pic>
        <p:nvPicPr>
          <p:cNvPr id="5" name="Picture 4" descr="decided_chow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3560984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34440"/>
            <a:ext cx="4023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B2B26"/>
                </a:solidFill>
                <a:latin typeface="Calibri"/>
              </a:defRPr>
            </a:pPr>
            <a:r>
              <a:t>•  Decided History for Bellhaven of Tiffin: rationale, full diff table, the exact new-account JSON payload that was POSTed, and the applied result -- created_account_id + chow_old_account_id -- all in one card.</a:t>
            </a:r>
          </a:p>
          <a:p>
            <a:pPr>
              <a:spcAft>
                <a:spcPts val="1000"/>
              </a:spcAft>
              <a:defRPr sz="1250">
                <a:solidFill>
                  <a:srgbClr val="2B2B26"/>
                </a:solidFill>
                <a:latin typeface="Calibri"/>
              </a:defRPr>
            </a:pPr>
            <a:r>
              <a:t>•  Directly below it, Lima's direct re-parent (no CHOW needed) shows the contrast: same 'Needs fix' classification, different resolution, because outstanding_ar was 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Built to Run Daily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schedule/crontab.example -- a plain cron entry running pipeline.py once a day.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.github/workflows/daily-pipeline.yml -- equivalent GitHub Actions schedule (cron trigger + manual workflow_dispatch).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Neither is live, per the assignment -- both are ready to enable.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The GitHub Actions version commits data/pipeline.db back to the repo after each run, so the idempotency ledger survives between ephemeral runner instances.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Results: What Actually Landed in the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35 locations scraped, 121 CRM accounts at the start -- 36 proposals generated on the first run.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33 approved and applied through the real review app: 13 field syncs, 6 renames/re-parents, 2 CHOW splits, 5 duplicates marked Inactive, 3 orphans flagged Needs Review, 4 new accounts created.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2 more surfaced on the very next run and were rejected: the expected post-CHOW same-address flags on the Tiffin/Marietta OLD accounts -- correctly left untouched per the SOP.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3 left pending on purpose: the Kettering ambiguous-alternatives group -- see below.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Every CHOW split, duplicate, and orphan outcome was individually verified against the live CRM API after approval, not assumed from the proposal text.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Full Change Log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1920240"/>
                <a:gridCol w="4754880"/>
              </a:tblGrid>
              <a:tr h="28394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Location / Account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What Happened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Goshen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Defiance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Woods of Toledo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billing_street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Marion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Rehab &amp; Nursing of Grove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at Sycamore Ridge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The Arbors at Bellhaven - Dayton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Healthcare Centre of Ashland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name, phone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Port Clinton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Harborview Nursing &amp; Rehab of Port Clinton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duplicate_of_account -&gt; Port Clinton, Inactive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Shores of 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Harborview Shores of Erie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duplicate_of_account -&gt; Bellhaven Shores of Erie, Inactive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Gardens of Monroe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Monroe Gardens Care Center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duplicate_of_account -&gt; Gardens of Monroe, Inactive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Cedar Trail of Monroe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duplicate_of_account -&gt; Gardens of Monroe, Inactive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Tiffin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CHOW split -- old preserved, new account created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8394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Marietta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CHOW split -- old preserved, new account created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Crossings of Lima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parent_id, phone (direct re-parent)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Full Change Log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1920240"/>
                <a:gridCol w="4754880"/>
              </a:tblGrid>
              <a:tr h="299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Location / Account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What Happened</a:t>
                      </a:r>
                    </a:p>
                  </a:txBody>
                  <a:tcPr>
                    <a:solidFill>
                      <a:srgbClr val="2E5D50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Zanesville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parent_id, name,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Chagrin Falls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name, phone (rename only)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Willow Creek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name, phone (rename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Ashtabula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billing_street (PO box -&gt; physical)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Owosso (dup)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duplicate_of_account -&gt; Owosso, Inactive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Portsmouth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Confident match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billing_zip (typo fix)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Batavia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New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Created under Bellhaven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at Union Square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New location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Created under Bellhaven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Carlisle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New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Created under Bellhaven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Amberly Manor (Hudson, OH)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New location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Created under Bellhaven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Chesterton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name, billing_street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Meadows of Findlay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Needs fix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Updated: parent_id, phone (direct re-parent)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Care Center of Alliance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Orphan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status -&gt; Needs Review +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Coldwater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Orphan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status -&gt; Needs Review + note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Sandusky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Orphan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status -&gt; Needs Review + note (has $130k rev / $5.2k 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Tiffin (OLD, post-CHOW)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flag_review REJECTED -- old account left untouched, per SOP</a:t>
                      </a:r>
                    </a:p>
                  </a:txBody>
                  <a:tcPr>
                    <a:solidFill>
                      <a:srgbClr val="F7F5E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Bellhaven of Marietta (OLD, post-CHOW)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B2B26"/>
                          </a:solidFill>
                        </a:defRPr>
                      </a:pPr>
                      <a:r>
                        <a:t>flag_review REJECTED -- old account left untouched, per 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Kettering: Left Unresolved,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Three different CRM accounts sit at 3313 Wilmington Pike -- "Kettering Care Centre" (Harborview), "Kettering Nursing &amp; Rehabilitation" (unparented), "Kettering Senior Campus" (Cedar Trail).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None is already correctly named or parented for Bellhaven. All three have zero revenue and zero AR -- no billing signal to break the tie.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Nothing in the scraped data indicates which pre-acquisition entity is meant to continue as "Bellhaven of Kettering."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Auto-picking one risked silently misattributing history to the wrong legal entity, so the pipeline proposes all three as mutually exclusive alternatives and leaves the decision pending for a person with more context (e.g. corporate development).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I'd Do Differently With More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The fuzzy-matching thresholds in matcher.py are hand-tuned against this dataset -- a production version would want a labeled match/no-match set to validate against.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care_type is single-select in the CRM but the website lists multiple care offerings for a few communities (e.g. Erie) -- currently maps to the first offering only.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The SQLite ledger works at this scale (~120 accounts); at real scale, a hosted DB would replace the git-commit-as-database approach used in the GitHub Actions workflow.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D6A5E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github.com/dparikh066-stack/bellhaven-crm-pipeline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scraper.py, crm_client.py, matcher.py, store.py, pipeline.py, apply.py, review_app/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schedule/crontab.example, .github/workflows/daily-pipeline.yml</a:t>
            </a:r>
          </a:p>
          <a:p>
            <a:pPr>
              <a:spcAft>
                <a:spcPts val="1000"/>
              </a:spcAft>
              <a:defRPr sz="1700">
                <a:solidFill>
                  <a:srgbClr val="2B2B26"/>
                </a:solidFill>
                <a:latin typeface="Calibri"/>
              </a:defRPr>
            </a:pPr>
            <a:r>
              <a:t>•  README.md (setup + quick start), WRITEUP.md (full design rationale)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